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word/document.xml"/>
</Relationships>
</file>

<file path=ppt/presentation.xml><?xml version="1.0" encoding="utf-8"?>
<p:presentation xmlns:p="http://schemas.openxmlformats.org/presentationml/2006/main" xmlns:a="http://schemas.openxmlformats.org/drawingml/2006/main">
  <p:sldIdLst>
    <p:sldId xmlns:r="http://schemas.openxmlformats.org/officeDocument/2006/relationships" id="256" r:id="rId1"/>
  </p:sldIdLst>
  <p:notes>SYNTHETIC T20 TEST FILE - NOT HUMAN REVIEWED</p:notes>
</p:presentation>
</file>